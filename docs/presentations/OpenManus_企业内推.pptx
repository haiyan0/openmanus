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9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2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86C1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E86C1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OpenManus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你的 AI 工作助手 —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80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让重复性工作自动化，聚焦真正重要的事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AI 智能体框架  |  企业内部推荐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每天有多少时间花在重复性工作上？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4389120" cy="3017520"/>
          </a:xfrm>
          <a:prstGeom prst="rect">
            <a:avLst/>
          </a:prstGeom>
          <a:solidFill>
            <a:srgbClr val="FD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日常痛点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928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手动搜索竞品信息，逐页翻看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66160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2 小时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243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复制粘贴数据到 Excel，手动做图表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6616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1.5 小时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5584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重复整理格式、排版报告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56616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1 小时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0" y="1280160"/>
            <a:ext cx="3840480" cy="3017520"/>
          </a:xfrm>
          <a:prstGeom prst="rect">
            <a:avLst/>
          </a:prstGeom>
          <a:solidFill>
            <a:srgbClr val="F0F7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55448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1208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如果这些都能交给 AI 呢？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5212080" y="3017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把时间还给真正重要的工作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OpenManus — 让 AI 帮你完成重复性工作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OpenManus 是什么？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一个开源的 AI 智能体框架，能像人类一样操作电脑完成任务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3794760" cy="1554480"/>
          </a:xfrm>
          <a:prstGeom prst="rect">
            <a:avLst/>
          </a:prstGeom>
          <a:solidFill>
            <a:srgbClr val="2E86C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浏览器自动化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514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自动浏览网页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填写表单、点击按钮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874520"/>
            <a:ext cx="3794760" cy="1554480"/>
          </a:xfrm>
          <a:prstGeom prst="rect">
            <a:avLst/>
          </a:prstGeom>
          <a:solidFill>
            <a:srgbClr val="2980B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网页搜索与爬取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0" y="25146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智能搜索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批量抓取网页内容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3657600"/>
            <a:ext cx="3794760" cy="1554480"/>
          </a:xfrm>
          <a:prstGeom prst="rect">
            <a:avLst/>
          </a:prstGeom>
          <a:solidFill>
            <a:srgbClr val="1ABC9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776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数据分析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08760" y="4297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自动清洗数据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657600"/>
            <a:ext cx="3794760" cy="1554480"/>
          </a:xfrm>
          <a:prstGeom prst="rect">
            <a:avLst/>
          </a:prstGeom>
          <a:solidFill>
            <a:srgbClr val="8E44A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9776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图表可视化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669280" y="42976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一键生成专业图表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5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和洞察报告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-881744" y="795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场景一：市场部的竞品调研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463040"/>
            <a:ext cx="1463040" cy="146304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市场部 · 市场分析师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今日任务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965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调研 5 家竞品的最新动态、定价策略和用户评价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78892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😰 痛点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手动打开每个网站，复制粘贴，至少 3 小时...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404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OpenManus 自动完成网页调研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8880" cy="2377440"/>
          </a:xfrm>
          <a:prstGeom prst="rect">
            <a:avLst/>
          </a:prstGeom>
          <a:solidFill>
            <a:srgbClr val="2E86C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9659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下达指令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 OpenManus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要调研哪些竞品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33172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1463040"/>
            <a:ext cx="2468880" cy="237744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5196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425196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9659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自动执行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2044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打开浏览器 → 搜索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浏览页面 → 提取信息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3317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463040"/>
            <a:ext cx="2468880" cy="237744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4088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70408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9659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30936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关键信息自动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整理成报告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Playwright 浏览器自动化引擎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批量抓取 + 智能汇总，一份完整的调研报告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777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371600"/>
            <a:ext cx="777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371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777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371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777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371600"/>
            <a:ext cx="7772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3716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1371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118872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Crawl4ai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爬取引擎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20840" y="1371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86600" y="1371600"/>
            <a:ext cx="13716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371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汇总报告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自动完成网页内容提取和结构化整理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68880"/>
            <a:ext cx="73152" cy="2011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调研报告摘要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017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 A：价格策略调整为订阅制，基础版 ¥99/月，企业版 ¥499/月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3337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 B：本月新增 AI 功能模块，主打智能客服和自动回复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竞品 C：用户评价集中在「性价比高」和「客服响应慢」两极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关键发现：3 家竞品都在布局 AI 能力，行业转型趋势明显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无需手动整理，AI 自动生成结构化报告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Lisa 的收获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02920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手动浏览 5 个网站 → 逐个复制粘贴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Excel 整理 → 撰写报告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3-4 小时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一句话描述需求 → OpenManus 自动完成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10 分钟审阅即可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28016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28016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353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节省时间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33172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33172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404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全覆盖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932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报告完整度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38328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338328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3456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一键重复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893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场景二：数据组的销售分析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0F7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0" y="1463040"/>
            <a:ext cx="1463040" cy="146304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数据组 · 数据分析师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今日任务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0" y="1965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分析本月销售数据，找出趋势，制作部门汇报图表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78892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😰 痛点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0" y="3246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公式写半天，图表调来调去总觉得不够专业...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404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上传数据 → AI 自动分析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8880" cy="2377440"/>
          </a:xfrm>
          <a:prstGeom prst="rect">
            <a:avLst/>
          </a:prstGeom>
          <a:solidFill>
            <a:srgbClr val="2E86C1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9659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CSV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拖入销售数据文件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Excel / CSV 格式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33172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37560" y="1463040"/>
            <a:ext cx="2468880" cy="237744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5196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425196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9659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自动分析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2044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 → 统计计算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趋势识别 → 异常检测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3317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463040"/>
            <a:ext cx="2468880" cy="237744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40880" y="11430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4"/>
          <p:cNvSpPr/>
          <p:nvPr/>
        </p:nvSpPr>
        <p:spPr>
          <a:xfrm>
            <a:off x="70408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9659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输出结论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30936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自然语言描述的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关键发现和洞察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Python 子进程安全执行，支持 pandas / numpy / matplotlib 等主流库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自动生成专业图表和洞察报告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828800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各区域销售额对比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82880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月度销售趋势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828800" cy="8686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产品类别占比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2103120"/>
            <a:ext cx="1828800" cy="8686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总销售额 + 同比增长率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4206240" cy="2057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97280"/>
            <a:ext cx="73152" cy="20574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AI 洞察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华东区 Q2 销售额同比增长 23%，主要驱动力为 B 产品线。建议：加大华东区 B 产品的营销投入，预计下季度可再提升 15%。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3657600" cy="5943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24231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DE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总销售额  </a:t>
            </a: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¥1,247 万</a:t>
            </a: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 ↑18.5%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¥1,247万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总销售额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3832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0604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↑18.5%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0604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同比增长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832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42,891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5488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3383280"/>
            <a:ext cx="19202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03720" y="3429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4.7/5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3886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客户评分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不仅仅是图表，更是可落地的业务建议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Tom 的收获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02920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手动清洗数据 → Excel 公式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调图表样式 → 写分析结论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3-5 小时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CSV 数据 → OpenManus 自动完成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15 分钟审阅即可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128016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28016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353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8932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节省时间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33172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33172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404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专业标准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932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图表质量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3383280"/>
            <a:ext cx="3017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338328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34564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8932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分析深度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如何部署 OpenManus？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554480"/>
            <a:ext cx="822960" cy="822960"/>
          </a:xfrm>
          <a:prstGeom prst="ellipse">
            <a:avLst/>
          </a:prstGeom>
          <a:solidFill>
            <a:srgbClr val="2E86C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7556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3.12 环境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配置 LLM API Key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pip install 一键安装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3886200"/>
            <a:ext cx="1828800" cy="2743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 / 小团队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Shape 13"/>
          <p:cNvSpPr/>
          <p:nvPr/>
        </p:nvSpPr>
        <p:spPr>
          <a:xfrm>
            <a:off x="4251960" y="1554480"/>
            <a:ext cx="822960" cy="822960"/>
          </a:xfrm>
          <a:prstGeom prst="ellipse">
            <a:avLst/>
          </a:prstGeom>
          <a:solidFill>
            <a:srgbClr val="1B3A5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755648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沙箱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657600" y="2971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Docker 容器隔离运行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65760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资源限制 + 安全保障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65760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适合多用户并发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749040" y="3886200"/>
            <a:ext cx="182880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19"/>
          <p:cNvSpPr/>
          <p:nvPr/>
        </p:nvSpPr>
        <p:spPr>
          <a:xfrm>
            <a:off x="37490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309360" y="128016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09360" y="1280160"/>
            <a:ext cx="256032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Shape 22"/>
          <p:cNvSpPr/>
          <p:nvPr/>
        </p:nvSpPr>
        <p:spPr>
          <a:xfrm>
            <a:off x="7178040" y="1554480"/>
            <a:ext cx="822960" cy="82296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1755648"/>
            <a:ext cx="402336" cy="40233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4652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扩展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6583680" y="2971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连接企业内部工具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8368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自定义数据源接入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583680" y="3520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灵活扩展能力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675120" y="3886200"/>
            <a:ext cx="1828800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3" name="Text 28"/>
          <p:cNvSpPr/>
          <p:nvPr/>
        </p:nvSpPr>
        <p:spPr>
          <a:xfrm>
            <a:off x="667512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深度定制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推荐从本地部署开始，5 分钟即可体验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三步开启你的 AI 助手之旅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258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0058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6002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 LLM API Key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28600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OpenAI / Azure / 国产模型均可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0" y="2039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填入 config.toml 配置文件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80160" y="2331720"/>
            <a:ext cx="0" cy="137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4688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468880"/>
            <a:ext cx="73152" cy="10058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269748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274320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860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OpenManus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286000" y="2926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 clone + pip install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286000" y="3182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或使用 uv 包管理器（更快）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280160" y="3474720"/>
            <a:ext cx="0" cy="137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0080" y="36118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3611880"/>
            <a:ext cx="73152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Shape 20"/>
          <p:cNvSpPr/>
          <p:nvPr/>
        </p:nvSpPr>
        <p:spPr>
          <a:xfrm>
            <a:off x="1005840" y="384048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5" name="Text 21"/>
          <p:cNvSpPr/>
          <p:nvPr/>
        </p:nvSpPr>
        <p:spPr>
          <a:xfrm>
            <a:off x="100584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388620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286000" y="3703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输入你的第一个任务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286000" y="4069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main.py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2286000" y="4325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在终端输入任务描述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286000" y="458114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坐等 AI 为你工作 ☕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E86C1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E86C1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成为每个人的工作伙伴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3657600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B4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从今天开始，把重复性工作交给 OpenManus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743200"/>
            <a:ext cx="6400800" cy="1554480"/>
          </a:xfrm>
          <a:prstGeom prst="rect">
            <a:avLst/>
          </a:prstGeom>
          <a:solidFill>
            <a:srgbClr val="2E86C1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880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GitHub：</a:t>
            </a:r>
            <a:r>
              <a:rPr lang="en-US" sz="1200" dirty="0">
                <a:solidFill>
                  <a:srgbClr val="C5DE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github.com/FoundationAgents/OpenManus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3200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开源协议：</a:t>
            </a:r>
            <a:r>
              <a:rPr lang="en-US" sz="1200" dirty="0">
                <a:solidFill>
                  <a:srgbClr val="C5DE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5204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内部联系人：</a:t>
            </a:r>
            <a:r>
              <a:rPr lang="en-US" sz="1200" dirty="0">
                <a:solidFill>
                  <a:srgbClr val="C5DE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请填入你的 IT 管理员联系方式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 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4709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555</Words>
  <Application>Microsoft Office PowerPoint</Application>
  <PresentationFormat>全屏显示(16:9)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OpenManus — 你的 AI 工作助手</dc:title>
  <dc:subject>PptxGenJS Presentation</dc:subject>
  <dc:creator>OpenManus Team</dc:creator>
  <cp:lastModifiedBy>靖宇 鲍</cp:lastModifiedBy>
  <cp:revision>3</cp:revision>
  <dcterms:created xsi:type="dcterms:W3CDTF">2026-07-06T05:50:05Z</dcterms:created>
  <dcterms:modified xsi:type="dcterms:W3CDTF">2026-07-06T05:58:32Z</dcterms:modified>
</cp:coreProperties>
</file>